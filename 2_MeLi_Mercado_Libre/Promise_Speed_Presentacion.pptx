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ec4MqeRb/E9ncXCFM6eJKuUKv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a51cd65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5a51cd65b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5a51cd65b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c5a51cd65b_0_3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5a51cd65b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5a51cd65b_0_2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5a51cd65b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c5a51cd65b_0_3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5a51cd65b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c5a51cd65b_0_4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c5a51cd65b_0_158"/>
          <p:cNvPicPr preferRelativeResize="0"/>
          <p:nvPr/>
        </p:nvPicPr>
        <p:blipFill rotWithShape="1">
          <a:blip r:embed="rId3">
            <a:alphaModFix/>
          </a:blip>
          <a:srcRect b="2969" l="0" r="1884" t="0"/>
          <a:stretch/>
        </p:blipFill>
        <p:spPr>
          <a:xfrm>
            <a:off x="-159362" y="0"/>
            <a:ext cx="16574725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c5a51cd65b_0_316"/>
          <p:cNvPicPr preferRelativeResize="0"/>
          <p:nvPr/>
        </p:nvPicPr>
        <p:blipFill rotWithShape="1">
          <a:blip r:embed="rId3">
            <a:alphaModFix/>
          </a:blip>
          <a:srcRect b="3138" l="0" r="0" t="0"/>
          <a:stretch/>
        </p:blipFill>
        <p:spPr>
          <a:xfrm>
            <a:off x="-333570" y="0"/>
            <a:ext cx="16923145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c5a51cd65b_0_237"/>
          <p:cNvPicPr preferRelativeResize="0"/>
          <p:nvPr/>
        </p:nvPicPr>
        <p:blipFill rotWithShape="1">
          <a:blip r:embed="rId3">
            <a:alphaModFix/>
          </a:blip>
          <a:srcRect b="2752" l="0" r="0" t="0"/>
          <a:stretch/>
        </p:blipFill>
        <p:spPr>
          <a:xfrm>
            <a:off x="-150000" y="-28027"/>
            <a:ext cx="16556025" cy="8981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c5a51cd65b_0_395"/>
          <p:cNvPicPr preferRelativeResize="0"/>
          <p:nvPr/>
        </p:nvPicPr>
        <p:blipFill rotWithShape="1">
          <a:blip r:embed="rId3">
            <a:alphaModFix/>
          </a:blip>
          <a:srcRect b="2847" l="0" r="0" t="0"/>
          <a:stretch/>
        </p:blipFill>
        <p:spPr>
          <a:xfrm>
            <a:off x="-308550" y="0"/>
            <a:ext cx="16873104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c5a51cd65b_0_474"/>
          <p:cNvPicPr preferRelativeResize="0"/>
          <p:nvPr/>
        </p:nvPicPr>
        <p:blipFill rotWithShape="1">
          <a:blip r:embed="rId3">
            <a:alphaModFix/>
          </a:blip>
          <a:srcRect b="2695" l="0" r="0" t="0"/>
          <a:stretch/>
        </p:blipFill>
        <p:spPr>
          <a:xfrm>
            <a:off x="-412625" y="0"/>
            <a:ext cx="16846770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c5a51cd65b_0_474"/>
          <p:cNvPicPr preferRelativeResize="0"/>
          <p:nvPr/>
        </p:nvPicPr>
        <p:blipFill rotWithShape="1">
          <a:blip r:embed="rId3">
            <a:alphaModFix/>
          </a:blip>
          <a:srcRect b="96698" l="1805" r="14246" t="0"/>
          <a:stretch/>
        </p:blipFill>
        <p:spPr>
          <a:xfrm>
            <a:off x="219800" y="439625"/>
            <a:ext cx="15581924" cy="3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 b="2620" l="0" r="0" t="0"/>
          <a:stretch/>
        </p:blipFill>
        <p:spPr>
          <a:xfrm>
            <a:off x="-464387" y="-95250"/>
            <a:ext cx="17184775" cy="93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"/>
          <p:cNvPicPr preferRelativeResize="0"/>
          <p:nvPr/>
        </p:nvPicPr>
        <p:blipFill rotWithShape="1">
          <a:blip r:embed="rId3">
            <a:alphaModFix/>
          </a:blip>
          <a:srcRect b="2648" l="0" r="0" t="0"/>
          <a:stretch/>
        </p:blipFill>
        <p:spPr>
          <a:xfrm>
            <a:off x="-291437" y="0"/>
            <a:ext cx="16838886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2988" l="0" r="0" t="0"/>
          <a:stretch/>
        </p:blipFill>
        <p:spPr>
          <a:xfrm>
            <a:off x="-320462" y="0"/>
            <a:ext cx="1689692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4">
            <a:alphaModFix/>
          </a:blip>
          <a:srcRect b="28203" l="8633" r="50797" t="37398"/>
          <a:stretch/>
        </p:blipFill>
        <p:spPr>
          <a:xfrm>
            <a:off x="400879" y="6017512"/>
            <a:ext cx="3164549" cy="14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2695" l="0" r="0" t="0"/>
          <a:stretch/>
        </p:blipFill>
        <p:spPr>
          <a:xfrm>
            <a:off x="-295187" y="0"/>
            <a:ext cx="16846368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